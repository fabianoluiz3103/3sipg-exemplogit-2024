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58A4D-33F8-4362-B9DE-35EB2FB4C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90D614-C6A3-47A5-BBF5-54E81050E9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A5B9B-F673-4865-922A-7602C7068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0A9B9-E940-4229-AEE9-74B72640BE06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85EED-C905-4A0F-883E-97AAFBD3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1AD85-A433-4269-A7B5-E1F597F35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BCC3-53B5-460C-8109-BCB91AAEB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623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5E58B-9FAB-45C9-8CBE-91BC20DC5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F4CCF-258A-47F2-B237-AAFD754A1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3DA54-8DCD-421F-A453-B687CC73B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0A9B9-E940-4229-AEE9-74B72640BE06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F39AD-1029-4D39-B1C8-795D1F8FD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33773-8865-4A39-9115-60F588D05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BCC3-53B5-460C-8109-BCB91AAEB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6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2E20A-8E22-47DC-9254-C843FD9B5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3DE70-E43A-446E-8ABD-976AD15D7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B1CEE-E202-4BC3-ADBC-095BF6B7B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0A9B9-E940-4229-AEE9-74B72640BE06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CA815-2BDA-43FD-BAC6-6C555C85A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15B9A-E7F5-40B8-B8B1-6B87FC1FE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BCC3-53B5-460C-8109-BCB91AAEB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043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8888E-C53C-4247-A405-032FC3702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8EEB8-3C5D-4459-A6FC-00DEC89D1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2BBAB-8EE2-495E-B8B2-453878C3A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B6A3A-66FE-4D69-AD73-D5E043B26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0A9B9-E940-4229-AEE9-74B72640BE06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E3759-7AC7-4300-9262-00296353F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E51A8-C298-4317-8B40-438CEBF54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BCC3-53B5-460C-8109-BCB91AAEB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69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54749-D2DF-46AA-8BDF-2C651681F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69662-7F61-4B4E-9F66-446E6073D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19CD8D-9E81-4EF8-84D7-90209AB378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180CBC-D833-462D-A877-4447416D0B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57E841-871F-478B-B0E9-69D9F6BFD1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FF25E7-9C01-43C6-84A4-ED167BC97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0A9B9-E940-4229-AEE9-74B72640BE06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C215CC-357C-4C38-A68A-1DD5BA0F2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8D9E4F-AF91-44FD-B6F7-12C16CFB8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BCC3-53B5-460C-8109-BCB91AAEB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632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8E1D5-7A20-4804-81D0-30999759D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270AB2-3800-4036-BFA1-CF5DBE894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0A9B9-E940-4229-AEE9-74B72640BE06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FFA77-8E0E-41F3-9B22-B3AF765FB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DCCBB9-0FE8-4E38-B65C-A2E318517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BCC3-53B5-460C-8109-BCB91AAEB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33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97D939-CA2A-4BA5-949F-E5652E2A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0A9B9-E940-4229-AEE9-74B72640BE06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8B7EA3-6490-4312-9699-78417D7D7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1AE47-DF07-4E69-AF4A-6B7C317FF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BCC3-53B5-460C-8109-BCB91AAEB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400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4AC76-0F06-4722-9FED-EE8B93523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AF186-E465-4361-8135-C871C9121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FFB3E-B96C-4CFB-9EDB-358FDF1632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859007-6B2C-4C0D-A8F6-24C2B53C5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0A9B9-E940-4229-AEE9-74B72640BE06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8040B-4CFB-4CA6-BD8D-00A118015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EFF18-B979-4FD5-AEF6-2D89CEC04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BCC3-53B5-460C-8109-BCB91AAEB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822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12589-1AE3-47B8-89B0-447E25788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5EAEB8-738D-4F17-8881-296D9E12BF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95558-0D09-4E29-A539-177213137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FD8B2-0028-4A3D-B735-2E6B29804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0A9B9-E940-4229-AEE9-74B72640BE06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EA806A-EB39-43C3-8C0E-1BA7331A4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2F91F-4F34-4D9B-B804-7C17D0A92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BCC3-53B5-460C-8109-BCB91AAEB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450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05737-E93F-4360-997B-E9BE3E2A4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1B22EC-4E83-46CE-BAC9-F1AF04F44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62F09-EDEF-4152-B106-7EF2FC8BE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0A9B9-E940-4229-AEE9-74B72640BE06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053A4-C3E4-4CDE-951E-6827A8110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C013A-4095-4D61-8340-28A127B5E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BCC3-53B5-460C-8109-BCB91AAEB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19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294344-938D-4645-A7DF-8272FECD63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94E52F-6FE5-459C-B5FC-8491F6BAF0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3FFFB-6FD5-4F4B-904D-075012650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0A9B9-E940-4229-AEE9-74B72640BE06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09044-ABD2-45D5-A4BC-EB897056E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8E6F6-B2E5-4A06-9477-2F3335161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BCC3-53B5-460C-8109-BCB91AAEB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82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EC29AA-9A9B-4F71-8A56-7CB7F112A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F7B6C-E6D1-4446-BD49-A28D9D7FF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93214-84BC-4DFF-9410-BA6D274B3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0A9B9-E940-4229-AEE9-74B72640BE06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5A50E-DD12-4472-A34F-7169B0F53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C81A7-73E3-4601-B85D-AF3AAEEEC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ABCC3-53B5-460C-8109-BCB91AAEB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6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307B7-7875-4D5E-87F0-E23934A2F8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PROJETO GIT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509237-D9E0-438C-BBCF-449C75FDBE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/>
              <a:t>KickOff</a:t>
            </a:r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617843B-D2FB-4995-BC9E-BB194FF47690}"/>
              </a:ext>
            </a:extLst>
          </p:cNvPr>
          <p:cNvSpPr/>
          <p:nvPr/>
        </p:nvSpPr>
        <p:spPr>
          <a:xfrm>
            <a:off x="8686800" y="2082800"/>
            <a:ext cx="2743200" cy="261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48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PROJETO GIT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GIT</dc:title>
  <dc:creator>Logon Aluno</dc:creator>
  <cp:lastModifiedBy>Logon Aluno</cp:lastModifiedBy>
  <cp:revision>2</cp:revision>
  <dcterms:created xsi:type="dcterms:W3CDTF">2024-03-18T12:42:06Z</dcterms:created>
  <dcterms:modified xsi:type="dcterms:W3CDTF">2024-03-18T12:48:15Z</dcterms:modified>
</cp:coreProperties>
</file>